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Chuẩn hóa thao tác giúp FastMove giảm chậm trễ tra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F6E"/>
                </a:solidFill>
              </a:defRPr>
            </a:pPr>
            <a:r>
              <a:t>Bài 3 · Quy trình giao vận và tra cứu giá cước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Hiện trạng: tra cứu thủ công gây chậm khoảng 16 giờ mỗi ngày.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Chuẩn hóa thao tác giúp FastMove giảm chậm trễ tra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F6E"/>
                </a:solidFill>
              </a:defRPr>
            </a:pPr>
            <a:r>
              <a:t>Bài 3 · Quy trình giao vận và tra cứu giá cước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Hiện trạng: tra cứu thủ công gây chậm khoảng 16 giờ mỗi ngày.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Giải pháp: chuẩn hóa dữ liệu và dùng VLOOKUP để tự động trả giá cước.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Kiểm soát: dò chính xác, cố định vùng bảng giá bằng dấu $.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Mục tiêu vận hành: giảm thời gian chậm tra cứu xuống còn 2 giờ/ngày.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057400"/>
            <a:ext cx="3108960" cy="219456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Ưu tiên số 1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Loại bỏ thao tác tra giá lặp lại; dữ liệu sạch là điều kiện để tự động hóa.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Shipper nhận đúng đơn khi kiểm tra đủ 4 điểm trước khi rời kho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Đối chiếu mã vận đơn trên kiện với danh sách.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Xác nhận địa chỉ, số điện thoại và ghi chú giao hàng.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Kiểm đếm số kiện theo tuyến; ghi nhận thiếu/hỏng.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Báo điều phối ngay khi mã hoặc thông tin không khớp.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057400"/>
            <a:ext cx="3108960" cy="219456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Quy tắc bàn giao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Chưa khớp mã hoặc số lượng thì chưa xác nhận bàn giao.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VLOOKUP và IFERROR giúp tra giá nhanh mà không che giấu lỗi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lookup_value: mã dịch vụ của đơn cần tra.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table_array: vùng GiaCuoc!$A$2:$B$6 được cố định khi kéo công thức.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col_index_num = 2; range_lookup = FALSE để khớp chính xác.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IFERROR hiển thị “Không tìm thấy mã” để nhân viên xử lý ngoại lệ.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74519"/>
            <a:ext cx="3291840" cy="265176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Công thức mẫu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=IFERROR(VLOOKUP(B2,GiaCuoc!$A$2:$B$6,2,FALSE),"Không tìm thấy mã")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KPI cho thấy tra cứu thủ công là điểm nghẽn cần xử lý trước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Tỷ lệ giao thành công hiện tại: 94%, mục tiêu 97%.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Tỷ lệ giao đúng hạn hiện tại: 91%, mục tiêu 95%.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Chậm tra cứu: 16 giờ/ngày; mục tiêu sau tự động hóa là 2 giờ/ngày.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Theo dõi theo ca và phân công người chịu trách nhiệm cho từng ngoại lệ.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057400"/>
            <a:ext cx="3200400" cy="21945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Kết luận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Tập trung tự động hóa tra giá và cải thiện phân tuyến trước.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Dữ liệu sạch giúp công thức chạy ổn định trên 500 dòng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Mỗi bản ghi một dòng; mỗi thuộc tính một cột.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Không gộp ô trong vùng dữ liệu và không để dòng trống xen giữa.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Chuẩn hóa mã: bỏ khoảng trắng thừa, thống nhất định dạng và ký tự.</a:t>
            </a:r>
          </a:p>
          <a:p>
            <a:pPr>
              <a:spcAft>
                <a:spcPts val="18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Kiểm thử mã sai/ký tự lạ; IFERROR báo rõ để xử lý, không tự đoán giá.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057400"/>
            <a:ext cx="3200400" cy="219456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Checklist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Lọc dữ liệu · Kiểm tra mã · Đối chiếu bảng giá · Rà soát KPI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